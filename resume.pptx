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6524C3-F0C9-485B-AB0A-50AA3FA52A7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0EE69EBD-E750-43A6-83A5-3424F3D51814}">
      <dgm:prSet/>
      <dgm:spPr/>
      <dgm:t>
        <a:bodyPr/>
        <a:lstStyle/>
        <a:p>
          <a:pPr>
            <a:defRPr cap="all"/>
          </a:pPr>
          <a:r>
            <a:rPr lang="en-IN"/>
            <a:t>• Programming Languages: C, Java, SQL, HTML5, CSS3, JavaScript, Python </a:t>
          </a:r>
          <a:endParaRPr lang="en-US"/>
        </a:p>
      </dgm:t>
    </dgm:pt>
    <dgm:pt modelId="{91F36A63-0129-4627-9013-D19138319720}" type="parTrans" cxnId="{4C5A0681-5D74-428A-B93A-1C603DF52058}">
      <dgm:prSet/>
      <dgm:spPr/>
      <dgm:t>
        <a:bodyPr/>
        <a:lstStyle/>
        <a:p>
          <a:endParaRPr lang="en-US"/>
        </a:p>
      </dgm:t>
    </dgm:pt>
    <dgm:pt modelId="{5617ED51-784C-476A-BBD8-A97EEEA1B129}" type="sibTrans" cxnId="{4C5A0681-5D74-428A-B93A-1C603DF52058}">
      <dgm:prSet/>
      <dgm:spPr/>
      <dgm:t>
        <a:bodyPr/>
        <a:lstStyle/>
        <a:p>
          <a:endParaRPr lang="en-US"/>
        </a:p>
      </dgm:t>
    </dgm:pt>
    <dgm:pt modelId="{F9166B54-35D8-4B0C-8D8E-37F5BC5AE81D}">
      <dgm:prSet/>
      <dgm:spPr/>
      <dgm:t>
        <a:bodyPr/>
        <a:lstStyle/>
        <a:p>
          <a:pPr>
            <a:defRPr cap="all"/>
          </a:pPr>
          <a:r>
            <a:rPr lang="en-IN"/>
            <a:t>• Framework and Databases: React, Spring Boot, Node.js, My-SQL, MongoDB,</a:t>
          </a:r>
          <a:endParaRPr lang="en-US"/>
        </a:p>
      </dgm:t>
    </dgm:pt>
    <dgm:pt modelId="{C770E17E-E8CB-4FB4-955B-CE960B35E642}" type="parTrans" cxnId="{8E6199CE-023C-4306-8A1B-C31A2BC62D1E}">
      <dgm:prSet/>
      <dgm:spPr/>
      <dgm:t>
        <a:bodyPr/>
        <a:lstStyle/>
        <a:p>
          <a:endParaRPr lang="en-US"/>
        </a:p>
      </dgm:t>
    </dgm:pt>
    <dgm:pt modelId="{5A310C0C-74AE-4F2E-82D8-37F7E152A481}" type="sibTrans" cxnId="{8E6199CE-023C-4306-8A1B-C31A2BC62D1E}">
      <dgm:prSet/>
      <dgm:spPr/>
      <dgm:t>
        <a:bodyPr/>
        <a:lstStyle/>
        <a:p>
          <a:endParaRPr lang="en-US"/>
        </a:p>
      </dgm:t>
    </dgm:pt>
    <dgm:pt modelId="{CAB03AD4-CD63-460A-86A9-FF6DE3DD80E3}">
      <dgm:prSet/>
      <dgm:spPr/>
      <dgm:t>
        <a:bodyPr/>
        <a:lstStyle/>
        <a:p>
          <a:pPr>
            <a:defRPr cap="all"/>
          </a:pPr>
          <a:r>
            <a:rPr lang="en-IN"/>
            <a:t>PostgreSQL, .Net </a:t>
          </a:r>
          <a:endParaRPr lang="en-US"/>
        </a:p>
      </dgm:t>
    </dgm:pt>
    <dgm:pt modelId="{82CD88F6-FE60-491C-8470-D55D9E534C2C}" type="parTrans" cxnId="{0B48E6D7-5EFC-4FF9-9E02-22CE63A489CB}">
      <dgm:prSet/>
      <dgm:spPr/>
      <dgm:t>
        <a:bodyPr/>
        <a:lstStyle/>
        <a:p>
          <a:endParaRPr lang="en-US"/>
        </a:p>
      </dgm:t>
    </dgm:pt>
    <dgm:pt modelId="{3B4A9ADE-506C-481A-AF96-C4D5B458D776}" type="sibTrans" cxnId="{0B48E6D7-5EFC-4FF9-9E02-22CE63A489CB}">
      <dgm:prSet/>
      <dgm:spPr/>
      <dgm:t>
        <a:bodyPr/>
        <a:lstStyle/>
        <a:p>
          <a:endParaRPr lang="en-US"/>
        </a:p>
      </dgm:t>
    </dgm:pt>
    <dgm:pt modelId="{324DA5E6-26E4-4F7E-A5EB-2C89598A6C61}">
      <dgm:prSet/>
      <dgm:spPr/>
      <dgm:t>
        <a:bodyPr/>
        <a:lstStyle/>
        <a:p>
          <a:pPr>
            <a:defRPr cap="all"/>
          </a:pPr>
          <a:r>
            <a:rPr lang="en-IN"/>
            <a:t>• Cloud Technologies: AWS, Microsoft Azure, GCP </a:t>
          </a:r>
          <a:endParaRPr lang="en-US"/>
        </a:p>
      </dgm:t>
    </dgm:pt>
    <dgm:pt modelId="{BB4E2C4E-040F-46EA-A93C-63CAD8F58820}" type="parTrans" cxnId="{457A66A2-12A5-4332-A3D1-0138E9E15CFD}">
      <dgm:prSet/>
      <dgm:spPr/>
      <dgm:t>
        <a:bodyPr/>
        <a:lstStyle/>
        <a:p>
          <a:endParaRPr lang="en-US"/>
        </a:p>
      </dgm:t>
    </dgm:pt>
    <dgm:pt modelId="{067B3269-06CE-4D49-B9A3-4A0568732C4F}" type="sibTrans" cxnId="{457A66A2-12A5-4332-A3D1-0138E9E15CFD}">
      <dgm:prSet/>
      <dgm:spPr/>
      <dgm:t>
        <a:bodyPr/>
        <a:lstStyle/>
        <a:p>
          <a:endParaRPr lang="en-US"/>
        </a:p>
      </dgm:t>
    </dgm:pt>
    <dgm:pt modelId="{39B04EC9-6FF2-4D0F-BD1B-707086AA3773}">
      <dgm:prSet/>
      <dgm:spPr/>
      <dgm:t>
        <a:bodyPr/>
        <a:lstStyle/>
        <a:p>
          <a:pPr>
            <a:defRPr cap="all"/>
          </a:pPr>
          <a:r>
            <a:rPr lang="en-IN"/>
            <a:t>• Development Tools: Git, Tableau, VSCode </a:t>
          </a:r>
          <a:endParaRPr lang="en-US"/>
        </a:p>
      </dgm:t>
    </dgm:pt>
    <dgm:pt modelId="{100F37CD-FA7E-4D67-AFF0-87E788ED6819}" type="parTrans" cxnId="{E8D755D9-E16C-45E8-9076-47797F76A669}">
      <dgm:prSet/>
      <dgm:spPr/>
      <dgm:t>
        <a:bodyPr/>
        <a:lstStyle/>
        <a:p>
          <a:endParaRPr lang="en-US"/>
        </a:p>
      </dgm:t>
    </dgm:pt>
    <dgm:pt modelId="{CE6D7819-5384-414A-A125-40A80AA12F54}" type="sibTrans" cxnId="{E8D755D9-E16C-45E8-9076-47797F76A669}">
      <dgm:prSet/>
      <dgm:spPr/>
      <dgm:t>
        <a:bodyPr/>
        <a:lstStyle/>
        <a:p>
          <a:endParaRPr lang="en-US"/>
        </a:p>
      </dgm:t>
    </dgm:pt>
    <dgm:pt modelId="{61953664-379D-4DDE-86A4-FC22A8B2EE8F}">
      <dgm:prSet/>
      <dgm:spPr/>
      <dgm:t>
        <a:bodyPr/>
        <a:lstStyle/>
        <a:p>
          <a:pPr>
            <a:defRPr cap="all"/>
          </a:pPr>
          <a:r>
            <a:rPr lang="en-IN"/>
            <a:t>• Soft Skills: Team Management, Critical Thinking, Problem Solving, Good</a:t>
          </a:r>
          <a:endParaRPr lang="en-US"/>
        </a:p>
      </dgm:t>
    </dgm:pt>
    <dgm:pt modelId="{4CC37260-5607-4288-AB2D-6CBDDB833991}" type="parTrans" cxnId="{CCBE82CF-537E-4D49-A6E1-2143F1E3D015}">
      <dgm:prSet/>
      <dgm:spPr/>
      <dgm:t>
        <a:bodyPr/>
        <a:lstStyle/>
        <a:p>
          <a:endParaRPr lang="en-US"/>
        </a:p>
      </dgm:t>
    </dgm:pt>
    <dgm:pt modelId="{BABA82AF-8EF4-4A07-B938-077B21299E76}" type="sibTrans" cxnId="{CCBE82CF-537E-4D49-A6E1-2143F1E3D015}">
      <dgm:prSet/>
      <dgm:spPr/>
      <dgm:t>
        <a:bodyPr/>
        <a:lstStyle/>
        <a:p>
          <a:endParaRPr lang="en-US"/>
        </a:p>
      </dgm:t>
    </dgm:pt>
    <dgm:pt modelId="{357455F2-9D70-4F26-AE8C-6443D1DF252E}">
      <dgm:prSet/>
      <dgm:spPr/>
      <dgm:t>
        <a:bodyPr/>
        <a:lstStyle/>
        <a:p>
          <a:pPr>
            <a:defRPr cap="all"/>
          </a:pPr>
          <a:r>
            <a:rPr lang="en-IN"/>
            <a:t>Communication, Adaptability</a:t>
          </a:r>
          <a:endParaRPr lang="en-US"/>
        </a:p>
      </dgm:t>
    </dgm:pt>
    <dgm:pt modelId="{21B138FB-B264-443C-8F83-5741D77CBB7C}" type="parTrans" cxnId="{A251E2B8-09AF-438F-9453-082CB3A699A7}">
      <dgm:prSet/>
      <dgm:spPr/>
      <dgm:t>
        <a:bodyPr/>
        <a:lstStyle/>
        <a:p>
          <a:endParaRPr lang="en-US"/>
        </a:p>
      </dgm:t>
    </dgm:pt>
    <dgm:pt modelId="{0B9C9E9B-4B84-4F3D-A4EC-57DB70A415A5}" type="sibTrans" cxnId="{A251E2B8-09AF-438F-9453-082CB3A699A7}">
      <dgm:prSet/>
      <dgm:spPr/>
      <dgm:t>
        <a:bodyPr/>
        <a:lstStyle/>
        <a:p>
          <a:endParaRPr lang="en-US"/>
        </a:p>
      </dgm:t>
    </dgm:pt>
    <dgm:pt modelId="{6C54BEBD-8CA0-4C0F-8AEB-263371661D5E}" type="pres">
      <dgm:prSet presAssocID="{166524C3-F0C9-485B-AB0A-50AA3FA52A7E}" presName="root" presStyleCnt="0">
        <dgm:presLayoutVars>
          <dgm:dir/>
          <dgm:resizeHandles val="exact"/>
        </dgm:presLayoutVars>
      </dgm:prSet>
      <dgm:spPr/>
    </dgm:pt>
    <dgm:pt modelId="{1B4C7744-E7DF-4673-82E7-4842C9683E32}" type="pres">
      <dgm:prSet presAssocID="{0EE69EBD-E750-43A6-83A5-3424F3D51814}" presName="compNode" presStyleCnt="0"/>
      <dgm:spPr/>
    </dgm:pt>
    <dgm:pt modelId="{CCA29DBE-CA94-4FDE-BD5B-F869158A081D}" type="pres">
      <dgm:prSet presAssocID="{0EE69EBD-E750-43A6-83A5-3424F3D51814}" presName="iconBgRect" presStyleLbl="bgShp" presStyleIdx="0" presStyleCnt="7"/>
      <dgm:spPr/>
    </dgm:pt>
    <dgm:pt modelId="{65B5519E-4E69-48F9-A07B-0F72F09BC2B2}" type="pres">
      <dgm:prSet presAssocID="{0EE69EBD-E750-43A6-83A5-3424F3D5181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99C2775-B33B-4EF5-84BC-3D5B97AD0B2A}" type="pres">
      <dgm:prSet presAssocID="{0EE69EBD-E750-43A6-83A5-3424F3D51814}" presName="spaceRect" presStyleCnt="0"/>
      <dgm:spPr/>
    </dgm:pt>
    <dgm:pt modelId="{314795B7-7FF1-407C-8B7A-CA4483857958}" type="pres">
      <dgm:prSet presAssocID="{0EE69EBD-E750-43A6-83A5-3424F3D51814}" presName="textRect" presStyleLbl="revTx" presStyleIdx="0" presStyleCnt="7">
        <dgm:presLayoutVars>
          <dgm:chMax val="1"/>
          <dgm:chPref val="1"/>
        </dgm:presLayoutVars>
      </dgm:prSet>
      <dgm:spPr/>
    </dgm:pt>
    <dgm:pt modelId="{318BA002-8E0A-4DC9-913B-D5F99DEA2AF2}" type="pres">
      <dgm:prSet presAssocID="{5617ED51-784C-476A-BBD8-A97EEEA1B129}" presName="sibTrans" presStyleCnt="0"/>
      <dgm:spPr/>
    </dgm:pt>
    <dgm:pt modelId="{C02ECA7D-9CA7-43FC-9C6A-E11E4B00A6FF}" type="pres">
      <dgm:prSet presAssocID="{F9166B54-35D8-4B0C-8D8E-37F5BC5AE81D}" presName="compNode" presStyleCnt="0"/>
      <dgm:spPr/>
    </dgm:pt>
    <dgm:pt modelId="{3B25FB28-DDA4-4429-98F0-F198390DDCF0}" type="pres">
      <dgm:prSet presAssocID="{F9166B54-35D8-4B0C-8D8E-37F5BC5AE81D}" presName="iconBgRect" presStyleLbl="bgShp" presStyleIdx="1" presStyleCnt="7"/>
      <dgm:spPr/>
    </dgm:pt>
    <dgm:pt modelId="{C5B3BE0D-069F-47FA-9BD2-430F6E9FCA71}" type="pres">
      <dgm:prSet presAssocID="{F9166B54-35D8-4B0C-8D8E-37F5BC5AE81D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4F59804-1AD6-4277-A689-52A8FCA2DCF9}" type="pres">
      <dgm:prSet presAssocID="{F9166B54-35D8-4B0C-8D8E-37F5BC5AE81D}" presName="spaceRect" presStyleCnt="0"/>
      <dgm:spPr/>
    </dgm:pt>
    <dgm:pt modelId="{6F166C6C-A050-4A3C-8A1F-35D8BD59E9B5}" type="pres">
      <dgm:prSet presAssocID="{F9166B54-35D8-4B0C-8D8E-37F5BC5AE81D}" presName="textRect" presStyleLbl="revTx" presStyleIdx="1" presStyleCnt="7">
        <dgm:presLayoutVars>
          <dgm:chMax val="1"/>
          <dgm:chPref val="1"/>
        </dgm:presLayoutVars>
      </dgm:prSet>
      <dgm:spPr/>
    </dgm:pt>
    <dgm:pt modelId="{CA406F7A-2A00-4558-B017-30BAEE4F0E6F}" type="pres">
      <dgm:prSet presAssocID="{5A310C0C-74AE-4F2E-82D8-37F7E152A481}" presName="sibTrans" presStyleCnt="0"/>
      <dgm:spPr/>
    </dgm:pt>
    <dgm:pt modelId="{F5246009-DDFA-481C-B094-7B138353E9EE}" type="pres">
      <dgm:prSet presAssocID="{CAB03AD4-CD63-460A-86A9-FF6DE3DD80E3}" presName="compNode" presStyleCnt="0"/>
      <dgm:spPr/>
    </dgm:pt>
    <dgm:pt modelId="{C6B19C8D-116D-4838-AA6B-F0483E88EED8}" type="pres">
      <dgm:prSet presAssocID="{CAB03AD4-CD63-460A-86A9-FF6DE3DD80E3}" presName="iconBgRect" presStyleLbl="bgShp" presStyleIdx="2" presStyleCnt="7"/>
      <dgm:spPr/>
    </dgm:pt>
    <dgm:pt modelId="{3D2FBD4D-E816-44E7-BEDF-109BF13D3388}" type="pres">
      <dgm:prSet presAssocID="{CAB03AD4-CD63-460A-86A9-FF6DE3DD80E3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D86255A4-E445-419C-908E-5078CF43E7C6}" type="pres">
      <dgm:prSet presAssocID="{CAB03AD4-CD63-460A-86A9-FF6DE3DD80E3}" presName="spaceRect" presStyleCnt="0"/>
      <dgm:spPr/>
    </dgm:pt>
    <dgm:pt modelId="{B943C1CA-2ABE-4353-9E16-92B6C6F81153}" type="pres">
      <dgm:prSet presAssocID="{CAB03AD4-CD63-460A-86A9-FF6DE3DD80E3}" presName="textRect" presStyleLbl="revTx" presStyleIdx="2" presStyleCnt="7">
        <dgm:presLayoutVars>
          <dgm:chMax val="1"/>
          <dgm:chPref val="1"/>
        </dgm:presLayoutVars>
      </dgm:prSet>
      <dgm:spPr/>
    </dgm:pt>
    <dgm:pt modelId="{912B34D6-C6AE-4135-B408-42714EDF5CD9}" type="pres">
      <dgm:prSet presAssocID="{3B4A9ADE-506C-481A-AF96-C4D5B458D776}" presName="sibTrans" presStyleCnt="0"/>
      <dgm:spPr/>
    </dgm:pt>
    <dgm:pt modelId="{EEE50546-A422-4018-AE42-A1B874704C52}" type="pres">
      <dgm:prSet presAssocID="{324DA5E6-26E4-4F7E-A5EB-2C89598A6C61}" presName="compNode" presStyleCnt="0"/>
      <dgm:spPr/>
    </dgm:pt>
    <dgm:pt modelId="{90BDD282-E9D2-41EC-AE52-261557AD3C0B}" type="pres">
      <dgm:prSet presAssocID="{324DA5E6-26E4-4F7E-A5EB-2C89598A6C61}" presName="iconBgRect" presStyleLbl="bgShp" presStyleIdx="3" presStyleCnt="7"/>
      <dgm:spPr/>
    </dgm:pt>
    <dgm:pt modelId="{3EB9B139-E301-44F7-9166-6B6CDD06AF20}" type="pres">
      <dgm:prSet presAssocID="{324DA5E6-26E4-4F7E-A5EB-2C89598A6C6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7CAAE7C5-F6FB-4058-8BB7-D5D8A5BF897C}" type="pres">
      <dgm:prSet presAssocID="{324DA5E6-26E4-4F7E-A5EB-2C89598A6C61}" presName="spaceRect" presStyleCnt="0"/>
      <dgm:spPr/>
    </dgm:pt>
    <dgm:pt modelId="{72FA2DE7-05C8-4BB5-BB18-ACD535AC92BA}" type="pres">
      <dgm:prSet presAssocID="{324DA5E6-26E4-4F7E-A5EB-2C89598A6C61}" presName="textRect" presStyleLbl="revTx" presStyleIdx="3" presStyleCnt="7">
        <dgm:presLayoutVars>
          <dgm:chMax val="1"/>
          <dgm:chPref val="1"/>
        </dgm:presLayoutVars>
      </dgm:prSet>
      <dgm:spPr/>
    </dgm:pt>
    <dgm:pt modelId="{BC41454B-715A-44C2-995A-146A9F85B135}" type="pres">
      <dgm:prSet presAssocID="{067B3269-06CE-4D49-B9A3-4A0568732C4F}" presName="sibTrans" presStyleCnt="0"/>
      <dgm:spPr/>
    </dgm:pt>
    <dgm:pt modelId="{4AE6AAD9-F561-4216-B6F3-A3E33A07EF52}" type="pres">
      <dgm:prSet presAssocID="{39B04EC9-6FF2-4D0F-BD1B-707086AA3773}" presName="compNode" presStyleCnt="0"/>
      <dgm:spPr/>
    </dgm:pt>
    <dgm:pt modelId="{CADF5916-6095-40BA-A289-C1BA4E87918F}" type="pres">
      <dgm:prSet presAssocID="{39B04EC9-6FF2-4D0F-BD1B-707086AA3773}" presName="iconBgRect" presStyleLbl="bgShp" presStyleIdx="4" presStyleCnt="7"/>
      <dgm:spPr/>
    </dgm:pt>
    <dgm:pt modelId="{7A6907CA-6FD0-4133-83AC-05539B4EFF51}" type="pres">
      <dgm:prSet presAssocID="{39B04EC9-6FF2-4D0F-BD1B-707086AA3773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D2CE87C-35E9-4AAA-823A-802D3113A247}" type="pres">
      <dgm:prSet presAssocID="{39B04EC9-6FF2-4D0F-BD1B-707086AA3773}" presName="spaceRect" presStyleCnt="0"/>
      <dgm:spPr/>
    </dgm:pt>
    <dgm:pt modelId="{E381D1B7-56BA-4FF5-8D2D-4C1FD1748629}" type="pres">
      <dgm:prSet presAssocID="{39B04EC9-6FF2-4D0F-BD1B-707086AA3773}" presName="textRect" presStyleLbl="revTx" presStyleIdx="4" presStyleCnt="7">
        <dgm:presLayoutVars>
          <dgm:chMax val="1"/>
          <dgm:chPref val="1"/>
        </dgm:presLayoutVars>
      </dgm:prSet>
      <dgm:spPr/>
    </dgm:pt>
    <dgm:pt modelId="{199A6EF7-72D9-4CE6-82EE-03312774F036}" type="pres">
      <dgm:prSet presAssocID="{CE6D7819-5384-414A-A125-40A80AA12F54}" presName="sibTrans" presStyleCnt="0"/>
      <dgm:spPr/>
    </dgm:pt>
    <dgm:pt modelId="{B088ACFC-2312-44B5-AC15-242192AA9A0E}" type="pres">
      <dgm:prSet presAssocID="{61953664-379D-4DDE-86A4-FC22A8B2EE8F}" presName="compNode" presStyleCnt="0"/>
      <dgm:spPr/>
    </dgm:pt>
    <dgm:pt modelId="{7CCE4BE4-DC0B-4B6F-8280-72E4E6A5B2A5}" type="pres">
      <dgm:prSet presAssocID="{61953664-379D-4DDE-86A4-FC22A8B2EE8F}" presName="iconBgRect" presStyleLbl="bgShp" presStyleIdx="5" presStyleCnt="7"/>
      <dgm:spPr/>
    </dgm:pt>
    <dgm:pt modelId="{9AE38671-D5FE-4FE6-8F98-BB7DD484C57A}" type="pres">
      <dgm:prSet presAssocID="{61953664-379D-4DDE-86A4-FC22A8B2EE8F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6471AEC-909B-4BD1-9840-B7A03EF19576}" type="pres">
      <dgm:prSet presAssocID="{61953664-379D-4DDE-86A4-FC22A8B2EE8F}" presName="spaceRect" presStyleCnt="0"/>
      <dgm:spPr/>
    </dgm:pt>
    <dgm:pt modelId="{DE9F467B-7E31-48DD-BF39-270897F76E75}" type="pres">
      <dgm:prSet presAssocID="{61953664-379D-4DDE-86A4-FC22A8B2EE8F}" presName="textRect" presStyleLbl="revTx" presStyleIdx="5" presStyleCnt="7">
        <dgm:presLayoutVars>
          <dgm:chMax val="1"/>
          <dgm:chPref val="1"/>
        </dgm:presLayoutVars>
      </dgm:prSet>
      <dgm:spPr/>
    </dgm:pt>
    <dgm:pt modelId="{90762C02-1B89-4CFE-8FDE-AFB9910278E9}" type="pres">
      <dgm:prSet presAssocID="{BABA82AF-8EF4-4A07-B938-077B21299E76}" presName="sibTrans" presStyleCnt="0"/>
      <dgm:spPr/>
    </dgm:pt>
    <dgm:pt modelId="{A7DA187D-F58C-414C-85E9-015EA8A1800A}" type="pres">
      <dgm:prSet presAssocID="{357455F2-9D70-4F26-AE8C-6443D1DF252E}" presName="compNode" presStyleCnt="0"/>
      <dgm:spPr/>
    </dgm:pt>
    <dgm:pt modelId="{56874E92-B103-4DED-8FFA-5CA07B2781EA}" type="pres">
      <dgm:prSet presAssocID="{357455F2-9D70-4F26-AE8C-6443D1DF252E}" presName="iconBgRect" presStyleLbl="bgShp" presStyleIdx="6" presStyleCnt="7"/>
      <dgm:spPr/>
    </dgm:pt>
    <dgm:pt modelId="{CE4B74E1-1A7E-4E5D-A54F-775CCC613F6C}" type="pres">
      <dgm:prSet presAssocID="{357455F2-9D70-4F26-AE8C-6443D1DF252E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0A947F2-E03B-4E6C-AC3A-DAFAE183F7FB}" type="pres">
      <dgm:prSet presAssocID="{357455F2-9D70-4F26-AE8C-6443D1DF252E}" presName="spaceRect" presStyleCnt="0"/>
      <dgm:spPr/>
    </dgm:pt>
    <dgm:pt modelId="{F7990E12-BEAB-418A-BE10-BEE9103155B0}" type="pres">
      <dgm:prSet presAssocID="{357455F2-9D70-4F26-AE8C-6443D1DF252E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1541C600-83E3-404D-BB2D-426EDFBEF6A3}" type="presOf" srcId="{166524C3-F0C9-485B-AB0A-50AA3FA52A7E}" destId="{6C54BEBD-8CA0-4C0F-8AEB-263371661D5E}" srcOrd="0" destOrd="0" presId="urn:microsoft.com/office/officeart/2018/5/layout/IconCircleLabelList"/>
    <dgm:cxn modelId="{03954B04-4EBE-4541-80B0-914CDE4292A6}" type="presOf" srcId="{CAB03AD4-CD63-460A-86A9-FF6DE3DD80E3}" destId="{B943C1CA-2ABE-4353-9E16-92B6C6F81153}" srcOrd="0" destOrd="0" presId="urn:microsoft.com/office/officeart/2018/5/layout/IconCircleLabelList"/>
    <dgm:cxn modelId="{DA0C8C2A-0C49-499A-9D8C-3309BFD47A6E}" type="presOf" srcId="{F9166B54-35D8-4B0C-8D8E-37F5BC5AE81D}" destId="{6F166C6C-A050-4A3C-8A1F-35D8BD59E9B5}" srcOrd="0" destOrd="0" presId="urn:microsoft.com/office/officeart/2018/5/layout/IconCircleLabelList"/>
    <dgm:cxn modelId="{D880023C-C1CC-4DE3-8C5C-DD08FF93258B}" type="presOf" srcId="{357455F2-9D70-4F26-AE8C-6443D1DF252E}" destId="{F7990E12-BEAB-418A-BE10-BEE9103155B0}" srcOrd="0" destOrd="0" presId="urn:microsoft.com/office/officeart/2018/5/layout/IconCircleLabelList"/>
    <dgm:cxn modelId="{8C3D8762-9C00-4B42-9CA4-8AD01547318E}" type="presOf" srcId="{61953664-379D-4DDE-86A4-FC22A8B2EE8F}" destId="{DE9F467B-7E31-48DD-BF39-270897F76E75}" srcOrd="0" destOrd="0" presId="urn:microsoft.com/office/officeart/2018/5/layout/IconCircleLabelList"/>
    <dgm:cxn modelId="{9FAE9966-0B3E-4D86-8DDE-B32ABA0A5645}" type="presOf" srcId="{39B04EC9-6FF2-4D0F-BD1B-707086AA3773}" destId="{E381D1B7-56BA-4FF5-8D2D-4C1FD1748629}" srcOrd="0" destOrd="0" presId="urn:microsoft.com/office/officeart/2018/5/layout/IconCircleLabelList"/>
    <dgm:cxn modelId="{B9C56372-E21D-4DDE-96BF-F6F0E1816237}" type="presOf" srcId="{324DA5E6-26E4-4F7E-A5EB-2C89598A6C61}" destId="{72FA2DE7-05C8-4BB5-BB18-ACD535AC92BA}" srcOrd="0" destOrd="0" presId="urn:microsoft.com/office/officeart/2018/5/layout/IconCircleLabelList"/>
    <dgm:cxn modelId="{142F3F58-6E47-4AE0-AFD3-F974FD8F0B7B}" type="presOf" srcId="{0EE69EBD-E750-43A6-83A5-3424F3D51814}" destId="{314795B7-7FF1-407C-8B7A-CA4483857958}" srcOrd="0" destOrd="0" presId="urn:microsoft.com/office/officeart/2018/5/layout/IconCircleLabelList"/>
    <dgm:cxn modelId="{4C5A0681-5D74-428A-B93A-1C603DF52058}" srcId="{166524C3-F0C9-485B-AB0A-50AA3FA52A7E}" destId="{0EE69EBD-E750-43A6-83A5-3424F3D51814}" srcOrd="0" destOrd="0" parTransId="{91F36A63-0129-4627-9013-D19138319720}" sibTransId="{5617ED51-784C-476A-BBD8-A97EEEA1B129}"/>
    <dgm:cxn modelId="{457A66A2-12A5-4332-A3D1-0138E9E15CFD}" srcId="{166524C3-F0C9-485B-AB0A-50AA3FA52A7E}" destId="{324DA5E6-26E4-4F7E-A5EB-2C89598A6C61}" srcOrd="3" destOrd="0" parTransId="{BB4E2C4E-040F-46EA-A93C-63CAD8F58820}" sibTransId="{067B3269-06CE-4D49-B9A3-4A0568732C4F}"/>
    <dgm:cxn modelId="{A251E2B8-09AF-438F-9453-082CB3A699A7}" srcId="{166524C3-F0C9-485B-AB0A-50AA3FA52A7E}" destId="{357455F2-9D70-4F26-AE8C-6443D1DF252E}" srcOrd="6" destOrd="0" parTransId="{21B138FB-B264-443C-8F83-5741D77CBB7C}" sibTransId="{0B9C9E9B-4B84-4F3D-A4EC-57DB70A415A5}"/>
    <dgm:cxn modelId="{8E6199CE-023C-4306-8A1B-C31A2BC62D1E}" srcId="{166524C3-F0C9-485B-AB0A-50AA3FA52A7E}" destId="{F9166B54-35D8-4B0C-8D8E-37F5BC5AE81D}" srcOrd="1" destOrd="0" parTransId="{C770E17E-E8CB-4FB4-955B-CE960B35E642}" sibTransId="{5A310C0C-74AE-4F2E-82D8-37F7E152A481}"/>
    <dgm:cxn modelId="{CCBE82CF-537E-4D49-A6E1-2143F1E3D015}" srcId="{166524C3-F0C9-485B-AB0A-50AA3FA52A7E}" destId="{61953664-379D-4DDE-86A4-FC22A8B2EE8F}" srcOrd="5" destOrd="0" parTransId="{4CC37260-5607-4288-AB2D-6CBDDB833991}" sibTransId="{BABA82AF-8EF4-4A07-B938-077B21299E76}"/>
    <dgm:cxn modelId="{0B48E6D7-5EFC-4FF9-9E02-22CE63A489CB}" srcId="{166524C3-F0C9-485B-AB0A-50AA3FA52A7E}" destId="{CAB03AD4-CD63-460A-86A9-FF6DE3DD80E3}" srcOrd="2" destOrd="0" parTransId="{82CD88F6-FE60-491C-8470-D55D9E534C2C}" sibTransId="{3B4A9ADE-506C-481A-AF96-C4D5B458D776}"/>
    <dgm:cxn modelId="{E8D755D9-E16C-45E8-9076-47797F76A669}" srcId="{166524C3-F0C9-485B-AB0A-50AA3FA52A7E}" destId="{39B04EC9-6FF2-4D0F-BD1B-707086AA3773}" srcOrd="4" destOrd="0" parTransId="{100F37CD-FA7E-4D67-AFF0-87E788ED6819}" sibTransId="{CE6D7819-5384-414A-A125-40A80AA12F54}"/>
    <dgm:cxn modelId="{AF8B98E4-F6CE-45AA-B615-D5BE906E8155}" type="presParOf" srcId="{6C54BEBD-8CA0-4C0F-8AEB-263371661D5E}" destId="{1B4C7744-E7DF-4673-82E7-4842C9683E32}" srcOrd="0" destOrd="0" presId="urn:microsoft.com/office/officeart/2018/5/layout/IconCircleLabelList"/>
    <dgm:cxn modelId="{4A3B477C-6762-46B3-BF00-17C3BE993425}" type="presParOf" srcId="{1B4C7744-E7DF-4673-82E7-4842C9683E32}" destId="{CCA29DBE-CA94-4FDE-BD5B-F869158A081D}" srcOrd="0" destOrd="0" presId="urn:microsoft.com/office/officeart/2018/5/layout/IconCircleLabelList"/>
    <dgm:cxn modelId="{6DF501FB-FD7D-4CB5-ACF2-43DA44FF8183}" type="presParOf" srcId="{1B4C7744-E7DF-4673-82E7-4842C9683E32}" destId="{65B5519E-4E69-48F9-A07B-0F72F09BC2B2}" srcOrd="1" destOrd="0" presId="urn:microsoft.com/office/officeart/2018/5/layout/IconCircleLabelList"/>
    <dgm:cxn modelId="{D2B36F94-3340-43FF-95E9-1BABB942F517}" type="presParOf" srcId="{1B4C7744-E7DF-4673-82E7-4842C9683E32}" destId="{D99C2775-B33B-4EF5-84BC-3D5B97AD0B2A}" srcOrd="2" destOrd="0" presId="urn:microsoft.com/office/officeart/2018/5/layout/IconCircleLabelList"/>
    <dgm:cxn modelId="{0E886590-EA08-4A51-9EDA-4B72892FF530}" type="presParOf" srcId="{1B4C7744-E7DF-4673-82E7-4842C9683E32}" destId="{314795B7-7FF1-407C-8B7A-CA4483857958}" srcOrd="3" destOrd="0" presId="urn:microsoft.com/office/officeart/2018/5/layout/IconCircleLabelList"/>
    <dgm:cxn modelId="{55D0C976-EFDD-4538-AE8F-C34B1FE5E51E}" type="presParOf" srcId="{6C54BEBD-8CA0-4C0F-8AEB-263371661D5E}" destId="{318BA002-8E0A-4DC9-913B-D5F99DEA2AF2}" srcOrd="1" destOrd="0" presId="urn:microsoft.com/office/officeart/2018/5/layout/IconCircleLabelList"/>
    <dgm:cxn modelId="{B6B2FC2F-3D60-4BD2-94BB-0379D5D360C3}" type="presParOf" srcId="{6C54BEBD-8CA0-4C0F-8AEB-263371661D5E}" destId="{C02ECA7D-9CA7-43FC-9C6A-E11E4B00A6FF}" srcOrd="2" destOrd="0" presId="urn:microsoft.com/office/officeart/2018/5/layout/IconCircleLabelList"/>
    <dgm:cxn modelId="{47CA97BA-B57A-4272-AC10-9C60F08821F4}" type="presParOf" srcId="{C02ECA7D-9CA7-43FC-9C6A-E11E4B00A6FF}" destId="{3B25FB28-DDA4-4429-98F0-F198390DDCF0}" srcOrd="0" destOrd="0" presId="urn:microsoft.com/office/officeart/2018/5/layout/IconCircleLabelList"/>
    <dgm:cxn modelId="{744B0129-E469-45F4-BED5-A982380870E4}" type="presParOf" srcId="{C02ECA7D-9CA7-43FC-9C6A-E11E4B00A6FF}" destId="{C5B3BE0D-069F-47FA-9BD2-430F6E9FCA71}" srcOrd="1" destOrd="0" presId="urn:microsoft.com/office/officeart/2018/5/layout/IconCircleLabelList"/>
    <dgm:cxn modelId="{897E600B-832B-49A9-9DDC-4FD096446867}" type="presParOf" srcId="{C02ECA7D-9CA7-43FC-9C6A-E11E4B00A6FF}" destId="{04F59804-1AD6-4277-A689-52A8FCA2DCF9}" srcOrd="2" destOrd="0" presId="urn:microsoft.com/office/officeart/2018/5/layout/IconCircleLabelList"/>
    <dgm:cxn modelId="{B30627C8-26E3-4FBE-A689-4B6C047D9127}" type="presParOf" srcId="{C02ECA7D-9CA7-43FC-9C6A-E11E4B00A6FF}" destId="{6F166C6C-A050-4A3C-8A1F-35D8BD59E9B5}" srcOrd="3" destOrd="0" presId="urn:microsoft.com/office/officeart/2018/5/layout/IconCircleLabelList"/>
    <dgm:cxn modelId="{167CCDEA-CFC1-4ACE-BD62-C9D3A2968516}" type="presParOf" srcId="{6C54BEBD-8CA0-4C0F-8AEB-263371661D5E}" destId="{CA406F7A-2A00-4558-B017-30BAEE4F0E6F}" srcOrd="3" destOrd="0" presId="urn:microsoft.com/office/officeart/2018/5/layout/IconCircleLabelList"/>
    <dgm:cxn modelId="{8ECEAEEE-9BBC-4783-9858-56FE823D8C53}" type="presParOf" srcId="{6C54BEBD-8CA0-4C0F-8AEB-263371661D5E}" destId="{F5246009-DDFA-481C-B094-7B138353E9EE}" srcOrd="4" destOrd="0" presId="urn:microsoft.com/office/officeart/2018/5/layout/IconCircleLabelList"/>
    <dgm:cxn modelId="{58E957AD-D32B-481F-BCC1-7FC02CBA7936}" type="presParOf" srcId="{F5246009-DDFA-481C-B094-7B138353E9EE}" destId="{C6B19C8D-116D-4838-AA6B-F0483E88EED8}" srcOrd="0" destOrd="0" presId="urn:microsoft.com/office/officeart/2018/5/layout/IconCircleLabelList"/>
    <dgm:cxn modelId="{2AE1B205-9043-4D1C-96DD-4A86C0F2D6FD}" type="presParOf" srcId="{F5246009-DDFA-481C-B094-7B138353E9EE}" destId="{3D2FBD4D-E816-44E7-BEDF-109BF13D3388}" srcOrd="1" destOrd="0" presId="urn:microsoft.com/office/officeart/2018/5/layout/IconCircleLabelList"/>
    <dgm:cxn modelId="{672F46C6-0252-48FF-B51E-5C3540A40612}" type="presParOf" srcId="{F5246009-DDFA-481C-B094-7B138353E9EE}" destId="{D86255A4-E445-419C-908E-5078CF43E7C6}" srcOrd="2" destOrd="0" presId="urn:microsoft.com/office/officeart/2018/5/layout/IconCircleLabelList"/>
    <dgm:cxn modelId="{6ECC090C-C3C9-4027-858E-53ABB5837449}" type="presParOf" srcId="{F5246009-DDFA-481C-B094-7B138353E9EE}" destId="{B943C1CA-2ABE-4353-9E16-92B6C6F81153}" srcOrd="3" destOrd="0" presId="urn:microsoft.com/office/officeart/2018/5/layout/IconCircleLabelList"/>
    <dgm:cxn modelId="{BF2BFBDD-CCAA-407D-A583-D85E4628C706}" type="presParOf" srcId="{6C54BEBD-8CA0-4C0F-8AEB-263371661D5E}" destId="{912B34D6-C6AE-4135-B408-42714EDF5CD9}" srcOrd="5" destOrd="0" presId="urn:microsoft.com/office/officeart/2018/5/layout/IconCircleLabelList"/>
    <dgm:cxn modelId="{35E0E883-45E7-4D80-9A52-F10214A4934D}" type="presParOf" srcId="{6C54BEBD-8CA0-4C0F-8AEB-263371661D5E}" destId="{EEE50546-A422-4018-AE42-A1B874704C52}" srcOrd="6" destOrd="0" presId="urn:microsoft.com/office/officeart/2018/5/layout/IconCircleLabelList"/>
    <dgm:cxn modelId="{8FFAA20F-2380-496C-9088-041F745C0DF4}" type="presParOf" srcId="{EEE50546-A422-4018-AE42-A1B874704C52}" destId="{90BDD282-E9D2-41EC-AE52-261557AD3C0B}" srcOrd="0" destOrd="0" presId="urn:microsoft.com/office/officeart/2018/5/layout/IconCircleLabelList"/>
    <dgm:cxn modelId="{96D48C1D-20EE-425C-9BDF-CC1054496B64}" type="presParOf" srcId="{EEE50546-A422-4018-AE42-A1B874704C52}" destId="{3EB9B139-E301-44F7-9166-6B6CDD06AF20}" srcOrd="1" destOrd="0" presId="urn:microsoft.com/office/officeart/2018/5/layout/IconCircleLabelList"/>
    <dgm:cxn modelId="{F5708366-6EA7-461A-92D9-92D45B1447E3}" type="presParOf" srcId="{EEE50546-A422-4018-AE42-A1B874704C52}" destId="{7CAAE7C5-F6FB-4058-8BB7-D5D8A5BF897C}" srcOrd="2" destOrd="0" presId="urn:microsoft.com/office/officeart/2018/5/layout/IconCircleLabelList"/>
    <dgm:cxn modelId="{F5881A56-4583-4EDB-AC0C-80EA40F9D0D1}" type="presParOf" srcId="{EEE50546-A422-4018-AE42-A1B874704C52}" destId="{72FA2DE7-05C8-4BB5-BB18-ACD535AC92BA}" srcOrd="3" destOrd="0" presId="urn:microsoft.com/office/officeart/2018/5/layout/IconCircleLabelList"/>
    <dgm:cxn modelId="{F84EB870-DB73-4157-BD58-0F5EF668B199}" type="presParOf" srcId="{6C54BEBD-8CA0-4C0F-8AEB-263371661D5E}" destId="{BC41454B-715A-44C2-995A-146A9F85B135}" srcOrd="7" destOrd="0" presId="urn:microsoft.com/office/officeart/2018/5/layout/IconCircleLabelList"/>
    <dgm:cxn modelId="{850C3D35-834D-4502-AF09-8CE3F8F64B58}" type="presParOf" srcId="{6C54BEBD-8CA0-4C0F-8AEB-263371661D5E}" destId="{4AE6AAD9-F561-4216-B6F3-A3E33A07EF52}" srcOrd="8" destOrd="0" presId="urn:microsoft.com/office/officeart/2018/5/layout/IconCircleLabelList"/>
    <dgm:cxn modelId="{4E2270BE-D82C-44B1-A9C1-509A3F3904BD}" type="presParOf" srcId="{4AE6AAD9-F561-4216-B6F3-A3E33A07EF52}" destId="{CADF5916-6095-40BA-A289-C1BA4E87918F}" srcOrd="0" destOrd="0" presId="urn:microsoft.com/office/officeart/2018/5/layout/IconCircleLabelList"/>
    <dgm:cxn modelId="{17D7AB55-45DE-4004-B419-A0822C7B9521}" type="presParOf" srcId="{4AE6AAD9-F561-4216-B6F3-A3E33A07EF52}" destId="{7A6907CA-6FD0-4133-83AC-05539B4EFF51}" srcOrd="1" destOrd="0" presId="urn:microsoft.com/office/officeart/2018/5/layout/IconCircleLabelList"/>
    <dgm:cxn modelId="{44F8A4B1-5A6A-45AC-B95E-13212D9B87EC}" type="presParOf" srcId="{4AE6AAD9-F561-4216-B6F3-A3E33A07EF52}" destId="{AD2CE87C-35E9-4AAA-823A-802D3113A247}" srcOrd="2" destOrd="0" presId="urn:microsoft.com/office/officeart/2018/5/layout/IconCircleLabelList"/>
    <dgm:cxn modelId="{1713DDEF-F227-4CB1-857C-34B1C14031A7}" type="presParOf" srcId="{4AE6AAD9-F561-4216-B6F3-A3E33A07EF52}" destId="{E381D1B7-56BA-4FF5-8D2D-4C1FD1748629}" srcOrd="3" destOrd="0" presId="urn:microsoft.com/office/officeart/2018/5/layout/IconCircleLabelList"/>
    <dgm:cxn modelId="{A00EBF02-B617-4897-8F26-FE27771DC227}" type="presParOf" srcId="{6C54BEBD-8CA0-4C0F-8AEB-263371661D5E}" destId="{199A6EF7-72D9-4CE6-82EE-03312774F036}" srcOrd="9" destOrd="0" presId="urn:microsoft.com/office/officeart/2018/5/layout/IconCircleLabelList"/>
    <dgm:cxn modelId="{C479D4C0-130B-4567-83B1-2C3B1380EB47}" type="presParOf" srcId="{6C54BEBD-8CA0-4C0F-8AEB-263371661D5E}" destId="{B088ACFC-2312-44B5-AC15-242192AA9A0E}" srcOrd="10" destOrd="0" presId="urn:microsoft.com/office/officeart/2018/5/layout/IconCircleLabelList"/>
    <dgm:cxn modelId="{9A1631AF-4041-4ECF-ADEE-7708070BB0FF}" type="presParOf" srcId="{B088ACFC-2312-44B5-AC15-242192AA9A0E}" destId="{7CCE4BE4-DC0B-4B6F-8280-72E4E6A5B2A5}" srcOrd="0" destOrd="0" presId="urn:microsoft.com/office/officeart/2018/5/layout/IconCircleLabelList"/>
    <dgm:cxn modelId="{5492CA0D-B7C9-4BBF-90F3-3C25C0D6FD9B}" type="presParOf" srcId="{B088ACFC-2312-44B5-AC15-242192AA9A0E}" destId="{9AE38671-D5FE-4FE6-8F98-BB7DD484C57A}" srcOrd="1" destOrd="0" presId="urn:microsoft.com/office/officeart/2018/5/layout/IconCircleLabelList"/>
    <dgm:cxn modelId="{438977A5-121A-4656-8187-10FCBC1F6858}" type="presParOf" srcId="{B088ACFC-2312-44B5-AC15-242192AA9A0E}" destId="{E6471AEC-909B-4BD1-9840-B7A03EF19576}" srcOrd="2" destOrd="0" presId="urn:microsoft.com/office/officeart/2018/5/layout/IconCircleLabelList"/>
    <dgm:cxn modelId="{F841845B-F4D1-4FA6-923C-5A13983F2D88}" type="presParOf" srcId="{B088ACFC-2312-44B5-AC15-242192AA9A0E}" destId="{DE9F467B-7E31-48DD-BF39-270897F76E75}" srcOrd="3" destOrd="0" presId="urn:microsoft.com/office/officeart/2018/5/layout/IconCircleLabelList"/>
    <dgm:cxn modelId="{9E95B70B-027E-4957-BD3A-C22030BB76CC}" type="presParOf" srcId="{6C54BEBD-8CA0-4C0F-8AEB-263371661D5E}" destId="{90762C02-1B89-4CFE-8FDE-AFB9910278E9}" srcOrd="11" destOrd="0" presId="urn:microsoft.com/office/officeart/2018/5/layout/IconCircleLabelList"/>
    <dgm:cxn modelId="{832A7E26-0002-426E-938C-4D3A0F42D4E2}" type="presParOf" srcId="{6C54BEBD-8CA0-4C0F-8AEB-263371661D5E}" destId="{A7DA187D-F58C-414C-85E9-015EA8A1800A}" srcOrd="12" destOrd="0" presId="urn:microsoft.com/office/officeart/2018/5/layout/IconCircleLabelList"/>
    <dgm:cxn modelId="{EDCD2C09-F221-4A93-B0C5-21A232FFF6BF}" type="presParOf" srcId="{A7DA187D-F58C-414C-85E9-015EA8A1800A}" destId="{56874E92-B103-4DED-8FFA-5CA07B2781EA}" srcOrd="0" destOrd="0" presId="urn:microsoft.com/office/officeart/2018/5/layout/IconCircleLabelList"/>
    <dgm:cxn modelId="{9E2228F0-74CF-43F0-B099-339416CF8A84}" type="presParOf" srcId="{A7DA187D-F58C-414C-85E9-015EA8A1800A}" destId="{CE4B74E1-1A7E-4E5D-A54F-775CCC613F6C}" srcOrd="1" destOrd="0" presId="urn:microsoft.com/office/officeart/2018/5/layout/IconCircleLabelList"/>
    <dgm:cxn modelId="{EE619046-0D40-4B74-A30E-814F1F736E78}" type="presParOf" srcId="{A7DA187D-F58C-414C-85E9-015EA8A1800A}" destId="{50A947F2-E03B-4E6C-AC3A-DAFAE183F7FB}" srcOrd="2" destOrd="0" presId="urn:microsoft.com/office/officeart/2018/5/layout/IconCircleLabelList"/>
    <dgm:cxn modelId="{EB80AEF8-3A21-4822-BDB6-A49C1A00B480}" type="presParOf" srcId="{A7DA187D-F58C-414C-85E9-015EA8A1800A}" destId="{F7990E12-BEAB-418A-BE10-BEE9103155B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29DBE-CA94-4FDE-BD5B-F869158A081D}">
      <dsp:nvSpPr>
        <dsp:cNvPr id="0" name=""/>
        <dsp:cNvSpPr/>
      </dsp:nvSpPr>
      <dsp:spPr>
        <a:xfrm>
          <a:off x="335250" y="282104"/>
          <a:ext cx="1041169" cy="10411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5519E-4E69-48F9-A07B-0F72F09BC2B2}">
      <dsp:nvSpPr>
        <dsp:cNvPr id="0" name=""/>
        <dsp:cNvSpPr/>
      </dsp:nvSpPr>
      <dsp:spPr>
        <a:xfrm>
          <a:off x="557138" y="503993"/>
          <a:ext cx="597392" cy="59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795B7-7FF1-407C-8B7A-CA4483857958}">
      <dsp:nvSpPr>
        <dsp:cNvPr id="0" name=""/>
        <dsp:cNvSpPr/>
      </dsp:nvSpPr>
      <dsp:spPr>
        <a:xfrm>
          <a:off x="2417" y="1647573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• Programming Languages: C, Java, SQL, HTML5, CSS3, JavaScript, Python </a:t>
          </a:r>
          <a:endParaRPr lang="en-US" sz="1200" kern="1200"/>
        </a:p>
      </dsp:txBody>
      <dsp:txXfrm>
        <a:off x="2417" y="1647573"/>
        <a:ext cx="1706835" cy="682734"/>
      </dsp:txXfrm>
    </dsp:sp>
    <dsp:sp modelId="{3B25FB28-DDA4-4429-98F0-F198390DDCF0}">
      <dsp:nvSpPr>
        <dsp:cNvPr id="0" name=""/>
        <dsp:cNvSpPr/>
      </dsp:nvSpPr>
      <dsp:spPr>
        <a:xfrm>
          <a:off x="2340782" y="282104"/>
          <a:ext cx="1041169" cy="10411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B3BE0D-069F-47FA-9BD2-430F6E9FCA71}">
      <dsp:nvSpPr>
        <dsp:cNvPr id="0" name=""/>
        <dsp:cNvSpPr/>
      </dsp:nvSpPr>
      <dsp:spPr>
        <a:xfrm>
          <a:off x="2562671" y="503993"/>
          <a:ext cx="597392" cy="59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66C6C-A050-4A3C-8A1F-35D8BD59E9B5}">
      <dsp:nvSpPr>
        <dsp:cNvPr id="0" name=""/>
        <dsp:cNvSpPr/>
      </dsp:nvSpPr>
      <dsp:spPr>
        <a:xfrm>
          <a:off x="2007949" y="1647573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• Framework and Databases: React, Spring Boot, Node.js, My-SQL, MongoDB,</a:t>
          </a:r>
          <a:endParaRPr lang="en-US" sz="1200" kern="1200"/>
        </a:p>
      </dsp:txBody>
      <dsp:txXfrm>
        <a:off x="2007949" y="1647573"/>
        <a:ext cx="1706835" cy="682734"/>
      </dsp:txXfrm>
    </dsp:sp>
    <dsp:sp modelId="{C6B19C8D-116D-4838-AA6B-F0483E88EED8}">
      <dsp:nvSpPr>
        <dsp:cNvPr id="0" name=""/>
        <dsp:cNvSpPr/>
      </dsp:nvSpPr>
      <dsp:spPr>
        <a:xfrm>
          <a:off x="4346314" y="282104"/>
          <a:ext cx="1041169" cy="10411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2FBD4D-E816-44E7-BEDF-109BF13D3388}">
      <dsp:nvSpPr>
        <dsp:cNvPr id="0" name=""/>
        <dsp:cNvSpPr/>
      </dsp:nvSpPr>
      <dsp:spPr>
        <a:xfrm>
          <a:off x="4568203" y="503993"/>
          <a:ext cx="597392" cy="59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3C1CA-2ABE-4353-9E16-92B6C6F81153}">
      <dsp:nvSpPr>
        <dsp:cNvPr id="0" name=""/>
        <dsp:cNvSpPr/>
      </dsp:nvSpPr>
      <dsp:spPr>
        <a:xfrm>
          <a:off x="4013481" y="1647573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PostgreSQL, .Net </a:t>
          </a:r>
          <a:endParaRPr lang="en-US" sz="1200" kern="1200"/>
        </a:p>
      </dsp:txBody>
      <dsp:txXfrm>
        <a:off x="4013481" y="1647573"/>
        <a:ext cx="1706835" cy="682734"/>
      </dsp:txXfrm>
    </dsp:sp>
    <dsp:sp modelId="{90BDD282-E9D2-41EC-AE52-261557AD3C0B}">
      <dsp:nvSpPr>
        <dsp:cNvPr id="0" name=""/>
        <dsp:cNvSpPr/>
      </dsp:nvSpPr>
      <dsp:spPr>
        <a:xfrm>
          <a:off x="6351846" y="282104"/>
          <a:ext cx="1041169" cy="10411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B9B139-E301-44F7-9166-6B6CDD06AF20}">
      <dsp:nvSpPr>
        <dsp:cNvPr id="0" name=""/>
        <dsp:cNvSpPr/>
      </dsp:nvSpPr>
      <dsp:spPr>
        <a:xfrm>
          <a:off x="6573735" y="503993"/>
          <a:ext cx="597392" cy="597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A2DE7-05C8-4BB5-BB18-ACD535AC92BA}">
      <dsp:nvSpPr>
        <dsp:cNvPr id="0" name=""/>
        <dsp:cNvSpPr/>
      </dsp:nvSpPr>
      <dsp:spPr>
        <a:xfrm>
          <a:off x="6019013" y="1647573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• Cloud Technologies: AWS, Microsoft Azure, GCP </a:t>
          </a:r>
          <a:endParaRPr lang="en-US" sz="1200" kern="1200"/>
        </a:p>
      </dsp:txBody>
      <dsp:txXfrm>
        <a:off x="6019013" y="1647573"/>
        <a:ext cx="1706835" cy="682734"/>
      </dsp:txXfrm>
    </dsp:sp>
    <dsp:sp modelId="{CADF5916-6095-40BA-A289-C1BA4E87918F}">
      <dsp:nvSpPr>
        <dsp:cNvPr id="0" name=""/>
        <dsp:cNvSpPr/>
      </dsp:nvSpPr>
      <dsp:spPr>
        <a:xfrm>
          <a:off x="1338016" y="2757016"/>
          <a:ext cx="1041169" cy="10411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907CA-6FD0-4133-83AC-05539B4EFF51}">
      <dsp:nvSpPr>
        <dsp:cNvPr id="0" name=""/>
        <dsp:cNvSpPr/>
      </dsp:nvSpPr>
      <dsp:spPr>
        <a:xfrm>
          <a:off x="1559904" y="2978905"/>
          <a:ext cx="597392" cy="5973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1D1B7-56BA-4FF5-8D2D-4C1FD1748629}">
      <dsp:nvSpPr>
        <dsp:cNvPr id="0" name=""/>
        <dsp:cNvSpPr/>
      </dsp:nvSpPr>
      <dsp:spPr>
        <a:xfrm>
          <a:off x="1005183" y="4122485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• Development Tools: Git, Tableau, VSCode </a:t>
          </a:r>
          <a:endParaRPr lang="en-US" sz="1200" kern="1200"/>
        </a:p>
      </dsp:txBody>
      <dsp:txXfrm>
        <a:off x="1005183" y="4122485"/>
        <a:ext cx="1706835" cy="682734"/>
      </dsp:txXfrm>
    </dsp:sp>
    <dsp:sp modelId="{7CCE4BE4-DC0B-4B6F-8280-72E4E6A5B2A5}">
      <dsp:nvSpPr>
        <dsp:cNvPr id="0" name=""/>
        <dsp:cNvSpPr/>
      </dsp:nvSpPr>
      <dsp:spPr>
        <a:xfrm>
          <a:off x="3343548" y="2757016"/>
          <a:ext cx="1041169" cy="10411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E38671-D5FE-4FE6-8F98-BB7DD484C57A}">
      <dsp:nvSpPr>
        <dsp:cNvPr id="0" name=""/>
        <dsp:cNvSpPr/>
      </dsp:nvSpPr>
      <dsp:spPr>
        <a:xfrm>
          <a:off x="3565437" y="2978905"/>
          <a:ext cx="597392" cy="5973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9F467B-7E31-48DD-BF39-270897F76E75}">
      <dsp:nvSpPr>
        <dsp:cNvPr id="0" name=""/>
        <dsp:cNvSpPr/>
      </dsp:nvSpPr>
      <dsp:spPr>
        <a:xfrm>
          <a:off x="3010715" y="4122485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• Soft Skills: Team Management, Critical Thinking, Problem Solving, Good</a:t>
          </a:r>
          <a:endParaRPr lang="en-US" sz="1200" kern="1200"/>
        </a:p>
      </dsp:txBody>
      <dsp:txXfrm>
        <a:off x="3010715" y="4122485"/>
        <a:ext cx="1706835" cy="682734"/>
      </dsp:txXfrm>
    </dsp:sp>
    <dsp:sp modelId="{56874E92-B103-4DED-8FFA-5CA07B2781EA}">
      <dsp:nvSpPr>
        <dsp:cNvPr id="0" name=""/>
        <dsp:cNvSpPr/>
      </dsp:nvSpPr>
      <dsp:spPr>
        <a:xfrm>
          <a:off x="5349080" y="2757016"/>
          <a:ext cx="1041169" cy="10411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4B74E1-1A7E-4E5D-A54F-775CCC613F6C}">
      <dsp:nvSpPr>
        <dsp:cNvPr id="0" name=""/>
        <dsp:cNvSpPr/>
      </dsp:nvSpPr>
      <dsp:spPr>
        <a:xfrm>
          <a:off x="5570969" y="2978905"/>
          <a:ext cx="597392" cy="59739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90E12-BEAB-418A-BE10-BEE9103155B0}">
      <dsp:nvSpPr>
        <dsp:cNvPr id="0" name=""/>
        <dsp:cNvSpPr/>
      </dsp:nvSpPr>
      <dsp:spPr>
        <a:xfrm>
          <a:off x="5016247" y="4122485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200" kern="1200"/>
            <a:t>Communication, Adaptability</a:t>
          </a:r>
          <a:endParaRPr lang="en-US" sz="1200" kern="1200"/>
        </a:p>
      </dsp:txBody>
      <dsp:txXfrm>
        <a:off x="5016247" y="4122485"/>
        <a:ext cx="1706835" cy="682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5/29/2025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hyperlink" Target="mailto:2200031281cseh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www.linkedin.com/in/tarun-tadepalli-3b6646249/" TargetMode="External"/><Relationship Id="rId4" Type="http://schemas.openxmlformats.org/officeDocument/2006/relationships/hyperlink" Target="https://github.com/Tarun-Tadepalli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5E44FB-6CB2-44E1-629A-93C96F031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87" y="1552991"/>
            <a:ext cx="7315200" cy="1117237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Tadepalli Tarun</a:t>
            </a:r>
            <a:endParaRPr lang="en-IN" sz="7200" dirty="0">
              <a:solidFill>
                <a:schemeClr val="bg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1EF2C-58B3-C235-C4D5-88F9D0677DAE}"/>
              </a:ext>
            </a:extLst>
          </p:cNvPr>
          <p:cNvSpPr txBox="1"/>
          <p:nvPr/>
        </p:nvSpPr>
        <p:spPr>
          <a:xfrm>
            <a:off x="1356851" y="2899603"/>
            <a:ext cx="30086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2200031281cseh@gmail.com</a:t>
            </a:r>
            <a:endParaRPr lang="en-IN" u="sng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br>
              <a:rPr lang="en-IN" u="sng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kumimoji="0" lang="en-IN" b="0" i="0" u="none" strike="noStrike" kern="100" cap="none" spc="-1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blue phone logo with a black background&#10;&#10;AI-generated content may be incorrect.">
            <a:extLst>
              <a:ext uri="{FF2B5EF4-FFF2-40B4-BE49-F238E27FC236}">
                <a16:creationId xmlns:a16="http://schemas.microsoft.com/office/drawing/2014/main" id="{04806036-E2AF-3598-B528-D763DDFDA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96" y="3625869"/>
            <a:ext cx="442754" cy="4487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8DDCAC-C750-10E8-3019-CE51263B927E}"/>
              </a:ext>
            </a:extLst>
          </p:cNvPr>
          <p:cNvSpPr txBox="1"/>
          <p:nvPr/>
        </p:nvSpPr>
        <p:spPr>
          <a:xfrm>
            <a:off x="1356851" y="3658942"/>
            <a:ext cx="336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+91 93463 39305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1658F-F2D7-EA91-23B5-F99F199F025B}"/>
              </a:ext>
            </a:extLst>
          </p:cNvPr>
          <p:cNvSpPr txBox="1"/>
          <p:nvPr/>
        </p:nvSpPr>
        <p:spPr>
          <a:xfrm>
            <a:off x="1356852" y="4430265"/>
            <a:ext cx="336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b="0" i="0" u="sng" strike="noStrike" kern="100" cap="none" spc="-10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https://github.com/Tarun-Tadepalli</a:t>
            </a:r>
            <a:endParaRPr kumimoji="0" lang="en-IN" b="0" i="0" u="sng" strike="noStrike" kern="100" cap="none" spc="-10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CD3961-340E-62D3-A117-17D056B7ABF5}"/>
              </a:ext>
            </a:extLst>
          </p:cNvPr>
          <p:cNvSpPr txBox="1"/>
          <p:nvPr/>
        </p:nvSpPr>
        <p:spPr>
          <a:xfrm>
            <a:off x="1356852" y="5062259"/>
            <a:ext cx="6076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https://www.linkedin.com/in/tarun-tadepalli-3b6646249/</a:t>
            </a:r>
            <a:endParaRPr lang="en-IN" dirty="0"/>
          </a:p>
          <a:p>
            <a:endParaRPr lang="en-IN" dirty="0"/>
          </a:p>
        </p:txBody>
      </p:sp>
      <p:pic>
        <p:nvPicPr>
          <p:cNvPr id="13" name="Picture 12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4F30B60A-082D-CFA2-2029-55C94AE6F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96" y="2857678"/>
            <a:ext cx="464441" cy="464441"/>
          </a:xfrm>
          <a:prstGeom prst="rect">
            <a:avLst/>
          </a:prstGeom>
        </p:spPr>
      </p:pic>
      <p:pic>
        <p:nvPicPr>
          <p:cNvPr id="15" name="Picture 14" descr="A cat in a circle&#10;&#10;AI-generated content may be incorrect.">
            <a:extLst>
              <a:ext uri="{FF2B5EF4-FFF2-40B4-BE49-F238E27FC236}">
                <a16:creationId xmlns:a16="http://schemas.microsoft.com/office/drawing/2014/main" id="{9B8FDFD5-35F6-1D0D-0289-155B2AE72F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235" y="4411402"/>
            <a:ext cx="432615" cy="432615"/>
          </a:xfrm>
          <a:prstGeom prst="rect">
            <a:avLst/>
          </a:prstGeom>
        </p:spPr>
      </p:pic>
      <p:pic>
        <p:nvPicPr>
          <p:cNvPr id="17" name="Picture 16" descr="A blue and black logo&#10;&#10;AI-generated content may be incorrect.">
            <a:extLst>
              <a:ext uri="{FF2B5EF4-FFF2-40B4-BE49-F238E27FC236}">
                <a16:creationId xmlns:a16="http://schemas.microsoft.com/office/drawing/2014/main" id="{A0D0156E-741F-24BD-A9A0-FEF94DD1A1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494" y="5031467"/>
            <a:ext cx="353957" cy="35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7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E380-E30E-5929-38A6-B946F6E1D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RESUME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15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2691-0934-B6BF-3562-2D756E06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masis MT Pro Black" panose="02040A04050005020304" pitchFamily="18" charset="0"/>
              </a:rPr>
              <a:t>Education</a:t>
            </a:r>
            <a:endParaRPr lang="en-IN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7FDAC-1622-FD40-CD3B-D4C08E38F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KLUniversity</a:t>
            </a:r>
            <a:r>
              <a:rPr lang="en-IN" sz="1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–(2022-2026)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Bachelor of Technology in Computer Science and Engineering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◦ Current GPA: 9.01/10.00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Sri Bhavishya Junior College                                                                                    2020-2022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Intermediate- MPC ◦ Grade: 91.4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473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45DB188-4006-4207-A473-B4B569C5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4522D-D095-4687-BFB3-976E665A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5893A-8D7F-D5F7-D8D4-50BDE66C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Skills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4ADC7FF-BFEE-FCAD-E628-3006FD1A648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25804654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8679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4D545DB-8A58-4FDC-8FF8-F99D917C3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F02532-0429-47BE-B7D5-89B31C0C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6729" y="757325"/>
            <a:ext cx="3549144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AB643-A4FF-F598-E485-C314162C6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648" y="1123837"/>
            <a:ext cx="2947482" cy="4601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Projects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969C8E-8866-5888-139C-0C5C86C60DD9}"/>
              </a:ext>
            </a:extLst>
          </p:cNvPr>
          <p:cNvSpPr txBox="1"/>
          <p:nvPr/>
        </p:nvSpPr>
        <p:spPr>
          <a:xfrm>
            <a:off x="643466" y="864108"/>
            <a:ext cx="6987135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Ship-It:[Courier Service Management System]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◦ Tools used: JSF, JSP, EJB, JPA, MySQL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◦ Allows admins to create and manage parcels with multiple attributes.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◦ Tracks delivery status dynamically using AWB No., LRN No., Mobile No., and Parcel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sz="150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sz="150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BidX:[Online Bidding System]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◦ Tools used: MongoDB, Express, React, Node.js (MERN Stack)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◦ Facilitates online bidding with real-time auction updates and winner declaration.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◦ Implements user verification using Google Captcha and OTP-based phone authentication.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sz="150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Artazon:[Online Art Gallery]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◦ Tools used: Python, Django, Postgresql, Html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◦ Allows to search for different types of arts like painting, drawing and all other types of arts for selling and buying.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1500"/>
              <a:t>◦ Implements user verification using checking of email, and through gmail otp forgotpassword is implemented.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sz="15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401C9A-B20D-42B0-B7C0-0E4D1CE58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406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43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194DF-B208-25B7-1B4D-690B9EF4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55CBC-3C09-8AE4-AAE3-C8CA9DD17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/>
              <a:t>Certifications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79F05-28E5-3695-3659-58E8C77D416F}"/>
              </a:ext>
            </a:extLst>
          </p:cNvPr>
          <p:cNvSpPr txBox="1"/>
          <p:nvPr/>
        </p:nvSpPr>
        <p:spPr>
          <a:xfrm>
            <a:off x="1264150" y="4632289"/>
            <a:ext cx="6461231" cy="1090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5642C2-47F2-DC07-F545-5A6235901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881620"/>
              </p:ext>
            </p:extLst>
          </p:nvPr>
        </p:nvGraphicFramePr>
        <p:xfrm>
          <a:off x="1069847" y="897779"/>
          <a:ext cx="10637521" cy="273046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53714">
                  <a:extLst>
                    <a:ext uri="{9D8B030D-6E8A-4147-A177-3AD203B41FA5}">
                      <a16:colId xmlns:a16="http://schemas.microsoft.com/office/drawing/2014/main" val="738649401"/>
                    </a:ext>
                  </a:extLst>
                </a:gridCol>
                <a:gridCol w="3005021">
                  <a:extLst>
                    <a:ext uri="{9D8B030D-6E8A-4147-A177-3AD203B41FA5}">
                      <a16:colId xmlns:a16="http://schemas.microsoft.com/office/drawing/2014/main" val="3380997298"/>
                    </a:ext>
                  </a:extLst>
                </a:gridCol>
                <a:gridCol w="2543516">
                  <a:extLst>
                    <a:ext uri="{9D8B030D-6E8A-4147-A177-3AD203B41FA5}">
                      <a16:colId xmlns:a16="http://schemas.microsoft.com/office/drawing/2014/main" val="2781250738"/>
                    </a:ext>
                  </a:extLst>
                </a:gridCol>
                <a:gridCol w="2635270">
                  <a:extLst>
                    <a:ext uri="{9D8B030D-6E8A-4147-A177-3AD203B41FA5}">
                      <a16:colId xmlns:a16="http://schemas.microsoft.com/office/drawing/2014/main" val="2285254121"/>
                    </a:ext>
                  </a:extLst>
                </a:gridCol>
              </a:tblGrid>
              <a:tr h="478778">
                <a:tc>
                  <a:txBody>
                    <a:bodyPr/>
                    <a:lstStyle/>
                    <a:p>
                      <a:r>
                        <a:rPr lang="en-US" sz="2200"/>
                        <a:t>Company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Certification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Certificate</a:t>
                      </a:r>
                      <a:endParaRPr lang="en-IN" sz="2200" dirty="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Date</a:t>
                      </a:r>
                      <a:endParaRPr lang="en-IN" sz="2200" dirty="0"/>
                    </a:p>
                  </a:txBody>
                  <a:tcPr marL="111133" marR="111133" marT="55567" marB="55567"/>
                </a:tc>
                <a:extLst>
                  <a:ext uri="{0D108BD9-81ED-4DB2-BD59-A6C34878D82A}">
                    <a16:rowId xmlns:a16="http://schemas.microsoft.com/office/drawing/2014/main" val="328925997"/>
                  </a:ext>
                </a:extLst>
              </a:tr>
              <a:tr h="815353">
                <a:tc>
                  <a:txBody>
                    <a:bodyPr/>
                    <a:lstStyle/>
                    <a:p>
                      <a:r>
                        <a:rPr lang="en-US" sz="2200"/>
                        <a:t>Redhat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Enterprise Application Developer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View</a:t>
                      </a:r>
                      <a:endParaRPr lang="en-IN" sz="2200" dirty="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August-24</a:t>
                      </a:r>
                      <a:endParaRPr lang="en-IN" sz="2200"/>
                    </a:p>
                  </a:txBody>
                  <a:tcPr marL="111133" marR="111133" marT="55567" marB="55567"/>
                </a:tc>
                <a:extLst>
                  <a:ext uri="{0D108BD9-81ED-4DB2-BD59-A6C34878D82A}">
                    <a16:rowId xmlns:a16="http://schemas.microsoft.com/office/drawing/2014/main" val="1510058144"/>
                  </a:ext>
                </a:extLst>
              </a:tr>
              <a:tr h="478778">
                <a:tc>
                  <a:txBody>
                    <a:bodyPr/>
                    <a:lstStyle/>
                    <a:p>
                      <a:r>
                        <a:rPr lang="en-US" sz="2200"/>
                        <a:t>AWS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Cloud practitioner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View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August-24</a:t>
                      </a:r>
                      <a:endParaRPr lang="en-IN" sz="2200"/>
                    </a:p>
                  </a:txBody>
                  <a:tcPr marL="111133" marR="111133" marT="55567" marB="55567"/>
                </a:tc>
                <a:extLst>
                  <a:ext uri="{0D108BD9-81ED-4DB2-BD59-A6C34878D82A}">
                    <a16:rowId xmlns:a16="http://schemas.microsoft.com/office/drawing/2014/main" val="487338823"/>
                  </a:ext>
                </a:extLst>
              </a:tr>
              <a:tr h="478778">
                <a:tc>
                  <a:txBody>
                    <a:bodyPr/>
                    <a:lstStyle/>
                    <a:p>
                      <a:r>
                        <a:rPr lang="en-US" sz="2200"/>
                        <a:t>TATA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Cybersecurity analyst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View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September-24</a:t>
                      </a:r>
                      <a:endParaRPr lang="en-IN" sz="2200"/>
                    </a:p>
                  </a:txBody>
                  <a:tcPr marL="111133" marR="111133" marT="55567" marB="55567"/>
                </a:tc>
                <a:extLst>
                  <a:ext uri="{0D108BD9-81ED-4DB2-BD59-A6C34878D82A}">
                    <a16:rowId xmlns:a16="http://schemas.microsoft.com/office/drawing/2014/main" val="1142950432"/>
                  </a:ext>
                </a:extLst>
              </a:tr>
              <a:tr h="478778">
                <a:tc>
                  <a:txBody>
                    <a:bodyPr/>
                    <a:lstStyle/>
                    <a:p>
                      <a:r>
                        <a:rPr lang="en-US" sz="2200"/>
                        <a:t>Salesforce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AI Associate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View</a:t>
                      </a:r>
                      <a:endParaRPr lang="en-IN" sz="2200"/>
                    </a:p>
                  </a:txBody>
                  <a:tcPr marL="111133" marR="111133" marT="55567" marB="555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October-24</a:t>
                      </a:r>
                      <a:endParaRPr lang="en-IN" sz="2200" dirty="0"/>
                    </a:p>
                  </a:txBody>
                  <a:tcPr marL="111133" marR="111133" marT="55567" marB="55567"/>
                </a:tc>
                <a:extLst>
                  <a:ext uri="{0D108BD9-81ED-4DB2-BD59-A6C34878D82A}">
                    <a16:rowId xmlns:a16="http://schemas.microsoft.com/office/drawing/2014/main" val="976925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560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83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Thank You Blue Images – Browse 180,751 Stock Photos, Vectors, and Video |  Adobe Stock">
            <a:extLst>
              <a:ext uri="{FF2B5EF4-FFF2-40B4-BE49-F238E27FC236}">
                <a16:creationId xmlns:a16="http://schemas.microsoft.com/office/drawing/2014/main" id="{EB838B51-356B-4164-E110-438D86FA0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9820" y="771434"/>
            <a:ext cx="9372360" cy="5271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2546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67</TotalTime>
  <Words>326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Amasis MT Pro Black</vt:lpstr>
      <vt:lpstr>Aptos</vt:lpstr>
      <vt:lpstr>Arial</vt:lpstr>
      <vt:lpstr>Corbel</vt:lpstr>
      <vt:lpstr>Times New Roman</vt:lpstr>
      <vt:lpstr>Wingdings 2</vt:lpstr>
      <vt:lpstr>Frame</vt:lpstr>
      <vt:lpstr>PowerPoint Presentation</vt:lpstr>
      <vt:lpstr>VIDEO RESUME</vt:lpstr>
      <vt:lpstr>Education</vt:lpstr>
      <vt:lpstr>Skills</vt:lpstr>
      <vt:lpstr>Projects</vt:lpstr>
      <vt:lpstr>Certifications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Tarun Tadepalli</dc:creator>
  <cp:lastModifiedBy>Tarun Tadepalli</cp:lastModifiedBy>
  <cp:revision>1</cp:revision>
  <dcterms:created xsi:type="dcterms:W3CDTF">2025-05-29T10:02:13Z</dcterms:created>
  <dcterms:modified xsi:type="dcterms:W3CDTF">2025-05-29T11:09:54Z</dcterms:modified>
</cp:coreProperties>
</file>